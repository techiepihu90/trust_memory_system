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Trust-Aware Memory Intelligence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Multi-agent AI system that ingests noisy and conflicting claims, then builds a trusted and explainable memory store using PostgreSQL.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Information from different sources can be noisy, duplicated, outdated, or contradictory. The system evaluates trust and maintains reliable memory.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FastAPI Backend</a:t>
            </a:r>
          </a:p>
          <a:p>
            <a:r>
              <a:t>• Claim Extractor Agent</a:t>
            </a:r>
          </a:p>
          <a:p>
            <a:r>
              <a:t>• Verification Agent</a:t>
            </a:r>
          </a:p>
          <a:p>
            <a:r>
              <a:t>• Contradiction Agent</a:t>
            </a:r>
          </a:p>
          <a:p>
            <a:r>
              <a:t>• Curator Agent</a:t>
            </a:r>
          </a:p>
          <a:p>
            <a:r>
              <a:t>• PostgreSQL Memory Store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main.py</a:t>
            </a:r>
          </a:p>
          <a:p>
            <a:r>
              <a:t>agents/</a:t>
            </a:r>
          </a:p>
          <a:p>
            <a:r>
              <a:t>memory/</a:t>
            </a:r>
          </a:p>
          <a:p>
            <a:r>
              <a:t>data/</a:t>
            </a:r>
          </a:p>
          <a:p>
            <a:r>
              <a:t>requirements.txt</a:t>
            </a:r>
          </a:p>
          <a:p>
            <a:r>
              <a:t>.env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Ingest Claims</a:t>
            </a:r>
          </a:p>
          <a:p>
            <a:r>
              <a:t>2. Extract Facts</a:t>
            </a:r>
          </a:p>
          <a:p>
            <a:r>
              <a:t>3. Verify Trust</a:t>
            </a:r>
          </a:p>
          <a:p>
            <a:r>
              <a:t>4. Detect Contradictions</a:t>
            </a:r>
          </a:p>
          <a:p>
            <a:r>
              <a:t>5. Curate Memory</a:t>
            </a:r>
          </a:p>
          <a:p>
            <a:r>
              <a:t>6. Store Trusted Beliefs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Reset Memory</a:t>
            </a:r>
          </a:p>
          <a:p>
            <a:r>
              <a:t>• Batch Ingest Dataset</a:t>
            </a:r>
          </a:p>
          <a:p>
            <a:r>
              <a:t>• View Stats</a:t>
            </a:r>
          </a:p>
          <a:p>
            <a:r>
              <a:t>• Inspect Memory</a:t>
            </a:r>
          </a:p>
          <a:p>
            <a:r>
              <a:t>• Explain Decisions</a:t>
            </a:r>
          </a:p>
          <a:p>
            <a:r>
              <a:t>• Review Changelog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Trust Scoring</a:t>
            </a:r>
          </a:p>
          <a:p>
            <a:r>
              <a:t>• Conflict Resolution</a:t>
            </a:r>
          </a:p>
          <a:p>
            <a:r>
              <a:t>• Explainable Decisions</a:t>
            </a:r>
          </a:p>
          <a:p>
            <a:r>
              <a:t>• Provenance Tracking</a:t>
            </a:r>
          </a:p>
          <a:p>
            <a:r>
              <a:t>• Audit Trail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Edge Cases Handled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Duplicate Claims</a:t>
            </a:r>
          </a:p>
          <a:p>
            <a:r>
              <a:t>• Reworded Duplicates</a:t>
            </a:r>
          </a:p>
          <a:p>
            <a:r>
              <a:t>• Higher-Trust Corrections</a:t>
            </a:r>
          </a:p>
          <a:p>
            <a:r>
              <a:t>• Adversarial Claims</a:t>
            </a:r>
          </a:p>
          <a:p>
            <a:r>
              <a:t>• Equal-Confidence Conflicts</a:t>
            </a:r>
          </a:p>
          <a:p>
            <a:r>
              <a:t>• Missing Timestamps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ACCEPTED</a:t>
            </a:r>
          </a:p>
          <a:p>
            <a:r>
              <a:t>UPDATED</a:t>
            </a:r>
          </a:p>
          <a:p>
            <a:r>
              <a:t>MERGED</a:t>
            </a:r>
          </a:p>
          <a:p>
            <a:r>
              <a:t>DOWNGRADED</a:t>
            </a:r>
          </a:p>
          <a:p>
            <a:r>
              <a:t>REJECTED</a:t>
            </a:r>
          </a:p>
          <a:p>
            <a:r>
              <a:t>FORGOTTEN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FastAPI</a:t>
            </a:r>
          </a:p>
          <a:p>
            <a:r>
              <a:t>PostgreSQL</a:t>
            </a:r>
          </a:p>
          <a:p>
            <a:r>
              <a:t>Groq LLM</a:t>
            </a:r>
          </a:p>
          <a:p>
            <a:r>
              <a:t>Pydantic</a:t>
            </a:r>
          </a:p>
          <a:p>
            <a:r>
              <a:t>Python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Reliable memory, transparent reasoning, better trust management, and robust handling of conflicting information.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